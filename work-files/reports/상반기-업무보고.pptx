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기획팀 상반기 업무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맑은 고딕"/>
              </a:rPr>
              <a:t>2026년 상반기 · (교육용 가상 샘플 — 실명·실제 수치 아님)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1. 주요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맑은 고딕"/>
              </a:defRPr>
            </a:pPr>
            <a:r>
              <a:t>상반기 캠페인 3건 기획·운영 (봄 2건 + 6월 프로모션 1건)</a:t>
            </a:r>
          </a:p>
          <a:p>
            <a:pPr>
              <a:defRPr sz="2000">
                <a:latin typeface="맑은 고딕"/>
              </a:defRPr>
            </a:pPr>
            <a:r>
              <a:t>신규 협력사 2곳 계약 (온누리기획, 대림애드)</a:t>
            </a:r>
          </a:p>
          <a:p>
            <a:pPr>
              <a:defRPr sz="2000">
                <a:latin typeface="맑은 고딕"/>
              </a:defRPr>
            </a:pPr>
            <a:r>
              <a:t>업무 파일 정리 규칙 도입 → 자료 찾는 시간 단축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2. 진행 중 / 이월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맑은 고딕"/>
              </a:defRPr>
            </a:pPr>
            <a:r>
              <a:t>하반기 캠페인 기획 (컨셉: 가성비 vs 프리미엄 협의 중)</a:t>
            </a:r>
          </a:p>
          <a:p>
            <a:pPr>
              <a:defRPr sz="2000">
                <a:latin typeface="맑은 고딕"/>
              </a:defRPr>
            </a:pPr>
            <a:r>
              <a:t>하반기 예산안 작성 중 (7월 중순 회계팀 전달 예정)</a:t>
            </a:r>
          </a:p>
          <a:p>
            <a:pPr>
              <a:defRPr sz="2000">
                <a:latin typeface="맑은 고딕"/>
              </a:defRPr>
            </a:pPr>
            <a:r>
              <a:t>신규 입사자 온보딩 프로그램 정비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3. 아쉬웠던 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맑은 고딕"/>
              </a:defRPr>
            </a:pPr>
            <a:r>
              <a:t>부서 간 일정 공유 지연으로 자료 준비가 촉박했던 사례</a:t>
            </a:r>
          </a:p>
          <a:p>
            <a:pPr>
              <a:defRPr sz="2000">
                <a:latin typeface="맑은 고딕"/>
              </a:defRPr>
            </a:pPr>
            <a:r>
              <a:t>회의실 예약이 겹치는 문제 (팀 공통)</a:t>
            </a:r>
          </a:p>
          <a:p>
            <a:pPr>
              <a:defRPr sz="2000">
                <a:latin typeface="맑은 고딕"/>
              </a:defRPr>
            </a:pPr>
            <a:r>
              <a:t>매일 쌓이는 파일 정리를 미루면 찾기 어려움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4. 하반기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맑은 고딕"/>
              </a:defRPr>
            </a:pPr>
            <a:r>
              <a:t>캠페인 일정표 사전 공유로 준비기간 확보</a:t>
            </a:r>
          </a:p>
          <a:p>
            <a:pPr>
              <a:defRPr sz="2000">
                <a:latin typeface="맑은 고딕"/>
              </a:defRPr>
            </a:pPr>
            <a:r>
              <a:t>협력사 소통 창구 일원화</a:t>
            </a:r>
          </a:p>
          <a:p>
            <a:pPr>
              <a:defRPr sz="2000">
                <a:latin typeface="맑은 고딕"/>
              </a:defRPr>
            </a:pPr>
            <a:r>
              <a:t>업무 파일 정리·검색 개선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